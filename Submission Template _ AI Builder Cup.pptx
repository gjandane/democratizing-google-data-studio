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6858000" cy="9144000"/>
  <p:embeddedFontLst>
    <p:embeddedFont>
      <p:font typeface="Google Sans Flex SemiBold" panose="020B0503030502040204"/>
      <p:bold r:id="rId23"/>
    </p:embeddedFont>
    <p:embeddedFont>
      <p:font typeface="Google Sans Flex Medium" panose="020B0503030502040204"/>
      <p:regular r:id="rId24"/>
      <p:bold r:id="rId25"/>
    </p:embeddedFont>
    <p:embeddedFont>
      <p:font typeface="Google Sans Flex" panose="020B0503030502040204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39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Team Details</a:t>
            </a:r>
            <a:endParaRPr sz="2100">
              <a:latin typeface="Google Sans Flex SemiBold" panose="020B0503030502040204"/>
              <a:ea typeface="Google Sans Flex SemiBold" panose="020B0503030502040204"/>
              <a:cs typeface="Google Sans Flex SemiBold" panose="020B0503030502040204"/>
              <a:sym typeface="Google Sans Flex SemiBold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 panose="020B0503030502040204"/>
              <a:buAutoNum type="alphaLcPeriod"/>
            </a:pPr>
            <a:r>
              <a:rPr lang="en-GB" sz="180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Team name: Prisma</a:t>
            </a:r>
            <a:endParaRPr lang="en-GB" sz="18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 panose="020B0503030502040204"/>
              <a:buAutoNum type="alphaLcPeriod"/>
            </a:pPr>
            <a:r>
              <a:rPr lang="en-GB" sz="180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Team leader name: </a:t>
            </a:r>
            <a:r>
              <a:rPr lang="en-PH" altLang="en-GB" sz="180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Jan Daniel Gonzalvo</a:t>
            </a:r>
            <a:endParaRPr sz="18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 panose="020B0503030502040204"/>
              <a:buAutoNum type="alphaLcPeriod"/>
            </a:pPr>
            <a:r>
              <a:rPr lang="en-GB" sz="180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Problem Statement: </a:t>
            </a:r>
            <a:endParaRPr sz="18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2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</a:br>
            <a:br>
              <a:rPr lang="en-GB" sz="1100">
                <a:solidFill>
                  <a:schemeClr val="lt1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</a:br>
            <a:r>
              <a:rPr lang="en-GB" sz="1100">
                <a:solidFill>
                  <a:schemeClr val="lt1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Brief about the idea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Opportunities</a:t>
            </a:r>
            <a:br>
              <a:rPr lang="en-GB" sz="1600"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</a:br>
            <a:endParaRPr sz="1600">
              <a:latin typeface="Google Sans Flex SemiBold" panose="020B0503030502040204"/>
              <a:ea typeface="Google Sans Flex SemiBold" panose="020B0503030502040204"/>
              <a:cs typeface="Google Sans Flex SemiBold" panose="020B0503030502040204"/>
              <a:sym typeface="Google Sans Flex SemiBold" panose="020B0503030502040204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 panose="020B0503030502040204"/>
              <a:buChar char="●"/>
            </a:pPr>
            <a:r>
              <a:rPr lang="en-GB" sz="130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How different is it from any of the other existing ideas?</a:t>
            </a:r>
            <a:endParaRPr sz="13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 panose="020B0503030502040204"/>
              <a:buChar char="●"/>
            </a:pPr>
            <a:r>
              <a:rPr lang="en-GB" sz="130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How will it be able to solve the problem?</a:t>
            </a:r>
            <a:endParaRPr sz="13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 panose="020B0503030502040204"/>
              <a:buChar char="●"/>
            </a:pPr>
            <a:r>
              <a:rPr lang="en-GB" sz="130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USP of the proposed solution</a:t>
            </a:r>
            <a:endParaRPr sz="13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List of features offered by the solution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Process flow diagram or Use-case diagram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Wireframes/Mock diagrams of the proposed solution (optional)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Architecture diagram of the proposed solution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Technologies to be used in the solution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Estimated implementation cost (optional)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Snapshots of the prototype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Prototype Performance report/Benchmarking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Additional Details/Future Development (if any)</a:t>
            </a:r>
            <a:endParaRPr lang="en-GB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2" name="Google Shape;151;p25"/>
          <p:cNvSpPr txBox="1"/>
          <p:nvPr/>
        </p:nvSpPr>
        <p:spPr>
          <a:xfrm>
            <a:off x="265430" y="1178560"/>
            <a:ext cx="8942705" cy="3811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Future plans includes: </a:t>
            </a:r>
            <a:b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</a:br>
            <a:b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</a:br>
            <a: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1) The ability to create proper ETL for dashboard automation not just dashboard template creation </a:t>
            </a:r>
            <a:endParaRPr lang="en-PH" altLang="en-GB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2) The abililty to add community visualizations with proper html coding agent included in the workflow to create things like: animation agents, moving points in the map etc. </a:t>
            </a:r>
            <a:endParaRPr lang="en-PH" altLang="en-GB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3) The ability to audit and recreate already existing data studio dashboard with better questions, analytical understanding and UI/UX custom made for the client and the use case. </a:t>
            </a:r>
            <a:endParaRPr lang="en-PH" altLang="en-GB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4) The ability to add additional data sources from like cloud big table, or other connectors. </a:t>
            </a:r>
            <a:endParaRPr lang="en-PH" altLang="en-GB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5) More detailed LLMOps included in the workflow</a:t>
            </a:r>
            <a:endParaRPr lang="en-PH" altLang="en-GB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6) Self iterating patches (loop engineering) if there are data studio updates, or if user reports a bug. </a:t>
            </a:r>
            <a:endParaRPr lang="en-PH" altLang="en-GB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alt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7) Security and Evals 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Provide links to your: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 panose="020B0503030502040204"/>
              <a:buChar char="●"/>
            </a:pPr>
            <a:r>
              <a:rPr lang="en-GB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GitHub Public Repository</a:t>
            </a:r>
            <a:r>
              <a:rPr lang="en-PH" altLang="en-GB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 : https://github.com/Gjandane/democratizing-google-data-studio</a:t>
            </a:r>
            <a:endParaRPr lang="en-PH" altLang="en-GB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 panose="020B0503030502040204"/>
              <a:buChar char="●"/>
            </a:pPr>
            <a:r>
              <a:rPr lang="en-GB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Demo Video Link (3 Minutes)</a:t>
            </a:r>
            <a:r>
              <a:rPr lang="en-PH" altLang="en-GB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: https://drive.google.com/file/d/1eM3ZNkRyDO3jgebuO-JR65NQ-jKZhDsj/view?usp=sharing</a:t>
            </a:r>
            <a:endParaRPr lang="en-PH" altLang="en-GB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 panose="020B0503030502040204"/>
              <a:buChar char="●"/>
            </a:pPr>
            <a:r>
              <a:rPr lang="en-GB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Final Product Link</a:t>
            </a:r>
            <a:r>
              <a:rPr lang="en-PH" altLang="en-GB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: https://dss-frontend-872000338860.asia-southeast1.run.app</a:t>
            </a:r>
            <a:endParaRPr lang="en-PH" altLang="en-GB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1859</Words>
  <Application>WPS Presentation</Application>
  <PresentationFormat/>
  <Paragraphs>55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MS PGothic</vt:lpstr>
      <vt:lpstr>Wingdings</vt:lpstr>
      <vt:lpstr>Arial</vt:lpstr>
      <vt:lpstr>Google Sans Flex SemiBold</vt:lpstr>
      <vt:lpstr>Google Sans Flex Medium</vt:lpstr>
      <vt:lpstr>Google Sans Flex</vt:lpstr>
      <vt:lpstr>Microsoft YaHei</vt:lpstr>
      <vt:lpstr>Arial Unicode MS</vt:lpstr>
      <vt:lpstr>MS PGothic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gjand</cp:lastModifiedBy>
  <cp:revision>2</cp:revision>
  <dcterms:created xsi:type="dcterms:W3CDTF">2026-10-18T16:07:00Z</dcterms:created>
  <dcterms:modified xsi:type="dcterms:W3CDTF">2026-10-18T18:15:41Z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F92D7C7BBA7248C397F288F3421156F8</vt:lpwstr>
  </property>
  <property fmtid="{D5CDD505-2E9C-101B-9397-08002B2CF9AE}" pid="3" name="KSOProductBuildVer">
    <vt:lpwstr>1041-11.2.0.10624</vt:lpwstr>
  </property>
</Properties>
</file>